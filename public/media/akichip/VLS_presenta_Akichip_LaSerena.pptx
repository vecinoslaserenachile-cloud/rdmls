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iffCcKuZaSOJFhjHM+NnnT2KXF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jp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810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40" l="0" r="0" t="50"/>
          <a:stretch/>
        </p:blipFill>
        <p:spPr>
          <a:xfrm>
            <a:off x="7438750" y="6479725"/>
            <a:ext cx="3918125" cy="26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/>
          <p:nvPr/>
        </p:nvSpPr>
        <p:spPr>
          <a:xfrm>
            <a:off x="9207400" y="1560575"/>
            <a:ext cx="2939100" cy="1352500"/>
          </a:xfrm>
          <a:custGeom>
            <a:rect b="b" l="l" r="r" t="t"/>
            <a:pathLst>
              <a:path extrusionOk="0" h="54100" w="117564">
                <a:moveTo>
                  <a:pt x="0" y="0"/>
                </a:moveTo>
                <a:lnTo>
                  <a:pt x="117564" y="26009"/>
                </a:lnTo>
                <a:lnTo>
                  <a:pt x="23409" y="54100"/>
                </a:ln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  <a:effectLst>
            <a:outerShdw blurRad="371475" rotWithShape="0" algn="bl" dir="5400000" dist="85725">
              <a:srgbClr val="824145">
                <a:alpha val="94000"/>
              </a:srgbClr>
            </a:outerShdw>
          </a:effectLst>
        </p:spPr>
      </p:sp>
      <p:pic>
        <p:nvPicPr>
          <p:cNvPr id="87" name="Google Shape;87;p1" title="WhatsApp Image 2026-04-17 at 7.24.46 PM.jpeg"/>
          <p:cNvPicPr preferRelativeResize="0"/>
          <p:nvPr/>
        </p:nvPicPr>
        <p:blipFill rotWithShape="1">
          <a:blip r:embed="rId5">
            <a:alphaModFix/>
          </a:blip>
          <a:srcRect b="20160" l="0" r="0" t="0"/>
          <a:stretch/>
        </p:blipFill>
        <p:spPr>
          <a:xfrm>
            <a:off x="6693700" y="0"/>
            <a:ext cx="2647601" cy="208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810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" title="WhatsApp Image 2026-04-17 at 7.24.46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4627" y="140799"/>
            <a:ext cx="2878574" cy="283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348" r="357" t="0"/>
          <a:stretch/>
        </p:blipFill>
        <p:spPr>
          <a:xfrm>
            <a:off x="0" y="-38100"/>
            <a:ext cx="16255999" cy="91447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" title="WhatsApp Image 2026-04-17 at 7.24.46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59427" y="294399"/>
            <a:ext cx="2878574" cy="283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 title="CDLS ESCU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207501">
            <a:off x="13324063" y="5554109"/>
            <a:ext cx="454677" cy="599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810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 title="WhatsApp Image 2026-04-17 at 7.24.46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67426" y="5171200"/>
            <a:ext cx="1781425" cy="175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11366400" y="2918400"/>
            <a:ext cx="1395200" cy="1600000"/>
          </a:xfrm>
          <a:custGeom>
            <a:rect b="b" l="l" r="r" t="t"/>
            <a:pathLst>
              <a:path extrusionOk="0" h="64000" w="55808">
                <a:moveTo>
                  <a:pt x="512" y="55296"/>
                </a:moveTo>
                <a:lnTo>
                  <a:pt x="43520" y="64000"/>
                </a:lnTo>
                <a:lnTo>
                  <a:pt x="55808" y="16896"/>
                </a:lnTo>
                <a:lnTo>
                  <a:pt x="0" y="0"/>
                </a:lnTo>
                <a:close/>
              </a:path>
            </a:pathLst>
          </a:custGeom>
          <a:solidFill>
            <a:srgbClr val="2E0406"/>
          </a:solidFill>
          <a:ln cap="flat" cmpd="sng" w="9525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08" name="Google Shape;108;p4" title="CDLS ESCU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39017">
            <a:off x="11717795" y="3371897"/>
            <a:ext cx="510561" cy="673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4" title="CDLS ESCU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410070">
            <a:off x="9551239" y="3445060"/>
            <a:ext cx="206348" cy="272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" title="CDLS ESCUD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453496">
            <a:off x="11551560" y="5698561"/>
            <a:ext cx="446782" cy="589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810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5" title="WhatsApp Image 2026-04-17 at 7.24.46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69575" y="3429000"/>
            <a:ext cx="2924475" cy="28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810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6" title="WhatsApp Image 2026-04-17 at 7.24.46 PM.jpeg"/>
          <p:cNvPicPr preferRelativeResize="0"/>
          <p:nvPr/>
        </p:nvPicPr>
        <p:blipFill rotWithShape="1">
          <a:blip r:embed="rId4">
            <a:alphaModFix/>
          </a:blip>
          <a:srcRect b="20160" l="0" r="0" t="0"/>
          <a:stretch/>
        </p:blipFill>
        <p:spPr>
          <a:xfrm>
            <a:off x="12550450" y="117025"/>
            <a:ext cx="1902950" cy="149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810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7" title="WhatsApp Image 2026-04-17 at 7.24.46 PM.jpeg"/>
          <p:cNvPicPr preferRelativeResize="0"/>
          <p:nvPr/>
        </p:nvPicPr>
        <p:blipFill rotWithShape="1">
          <a:blip r:embed="rId4">
            <a:alphaModFix/>
          </a:blip>
          <a:srcRect b="20160" l="0" r="0" t="0"/>
          <a:stretch/>
        </p:blipFill>
        <p:spPr>
          <a:xfrm>
            <a:off x="11848200" y="2275800"/>
            <a:ext cx="3177149" cy="249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