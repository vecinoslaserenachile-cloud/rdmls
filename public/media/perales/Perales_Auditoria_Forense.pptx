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JpxDHjiCE1FtUpcvvpyK5wwSw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5.jp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38100"/>
            <a:ext cx="16256000" cy="906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" title="e551dd71-a8c2-43ac-ae98-538f1a32b01c.jpg"/>
          <p:cNvPicPr preferRelativeResize="0"/>
          <p:nvPr/>
        </p:nvPicPr>
        <p:blipFill rotWithShape="1">
          <a:blip r:embed="rId4">
            <a:alphaModFix/>
          </a:blip>
          <a:srcRect b="0" l="12780" r="-12780" t="0"/>
          <a:stretch/>
        </p:blipFill>
        <p:spPr>
          <a:xfrm>
            <a:off x="876325" y="1644750"/>
            <a:ext cx="4308025" cy="667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4" title="Captura de pantalla 2026-04-05 204819.png"/>
          <p:cNvPicPr preferRelativeResize="0"/>
          <p:nvPr/>
        </p:nvPicPr>
        <p:blipFill rotWithShape="1">
          <a:blip r:embed="rId5">
            <a:alphaModFix/>
          </a:blip>
          <a:srcRect b="6710" l="-920" r="920" t="6710"/>
          <a:stretch/>
        </p:blipFill>
        <p:spPr>
          <a:xfrm>
            <a:off x="4410425" y="1644750"/>
            <a:ext cx="3792575" cy="667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" title="Captura de pantalla 2026-04-05 170800.png"/>
          <p:cNvPicPr preferRelativeResize="0"/>
          <p:nvPr/>
        </p:nvPicPr>
        <p:blipFill rotWithShape="1">
          <a:blip r:embed="rId6">
            <a:alphaModFix/>
          </a:blip>
          <a:srcRect b="6163" l="19465" r="0" t="6172"/>
          <a:stretch/>
        </p:blipFill>
        <p:spPr>
          <a:xfrm>
            <a:off x="7689625" y="1644750"/>
            <a:ext cx="3504325" cy="667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6"/>
          <p:cNvPicPr preferRelativeResize="0"/>
          <p:nvPr/>
        </p:nvPicPr>
        <p:blipFill rotWithShape="1">
          <a:blip r:embed="rId3">
            <a:alphaModFix/>
          </a:blip>
          <a:srcRect b="60" l="0" r="0" t="60"/>
          <a:stretch/>
        </p:blipFill>
        <p:spPr>
          <a:xfrm>
            <a:off x="0" y="38100"/>
            <a:ext cx="16255999" cy="9069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6" title="Captura de pantalla 2026-04-05 170926.png"/>
          <p:cNvPicPr preferRelativeResize="0"/>
          <p:nvPr/>
        </p:nvPicPr>
        <p:blipFill rotWithShape="1">
          <a:blip r:embed="rId4">
            <a:alphaModFix/>
          </a:blip>
          <a:srcRect b="37275" l="0" r="0" t="25072"/>
          <a:stretch/>
        </p:blipFill>
        <p:spPr>
          <a:xfrm>
            <a:off x="945550" y="5402050"/>
            <a:ext cx="5462376" cy="302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