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170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🍝 Al Ristorante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Il mio primo viaggio in Italia</a:t>
            </a:r>
          </a:p>
          <a:p>
            <a:r>
              <a:t>Italiano Básico – Clase Final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👋 Entrando al Ristorante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Buonasera</a:t>
            </a:r>
          </a:p>
          <a:p>
            <a:r>
              <a:t>• Un tavolo per due, per favore</a:t>
            </a:r>
          </a:p>
          <a:p>
            <a:r>
              <a:t>• Posso vedere il menù?</a:t>
            </a:r>
          </a:p>
          <a:p>
            <a:r>
              <a:t>• Grazie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🍕 Il Menù Italiano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La pizza</a:t>
            </a:r>
          </a:p>
          <a:p>
            <a:r>
              <a:t>• La pasta</a:t>
            </a:r>
          </a:p>
          <a:p>
            <a:r>
              <a:t>• Il risotto</a:t>
            </a:r>
          </a:p>
          <a:p>
            <a:r>
              <a:t>• L’acqua</a:t>
            </a:r>
          </a:p>
          <a:p>
            <a:r>
              <a:t>• Il caffè</a:t>
            </a:r>
          </a:p>
          <a:p>
            <a:r>
              <a:t>• Il gelato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🧑‍🍳 Parlare con il Cameriere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Vorrei una pizza</a:t>
            </a:r>
          </a:p>
          <a:p>
            <a:r>
              <a:t>• Per me, la pasta</a:t>
            </a:r>
          </a:p>
          <a:p>
            <a:r>
              <a:t>• Da bere?</a:t>
            </a:r>
          </a:p>
          <a:p>
            <a:r>
              <a:t>• Il conto, per favore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🎭 Roleplay Final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Cliente:</a:t>
            </a:r>
          </a:p>
          <a:p>
            <a:r>
              <a:t>Buonasera</a:t>
            </a:r>
          </a:p>
          <a:p>
            <a:r>
              <a:t>Posso vedere il menù?</a:t>
            </a:r>
          </a:p>
          <a:p>
            <a:endParaRPr/>
          </a:p>
          <a:p>
            <a:r>
              <a:t>Cameriere:</a:t>
            </a:r>
          </a:p>
          <a:p>
            <a:r>
              <a:t>Certo!</a:t>
            </a:r>
          </a:p>
          <a:p>
            <a:r>
              <a:t>Da bere?</a:t>
            </a:r>
          </a:p>
          <a:p>
            <a:r>
              <a:t>Ecco il conto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🌍 Cultura Italiana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 Italia mangiare non è solo alimentarsi:</a:t>
            </a:r>
          </a:p>
          <a:p>
            <a:r>
              <a:t>è conversare, condividere e vivere la città.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✈️ Frase Finale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Adesso siete pronti per il vostro primo viaggio in Italia! 🇮🇹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138</Words>
  <Application>Microsoft Office PowerPoint</Application>
  <PresentationFormat>Presentación en pantalla (4:3)</PresentationFormat>
  <Paragraphs>34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🍝 Al Ristorante</vt:lpstr>
      <vt:lpstr>👋 Entrando al Ristorante</vt:lpstr>
      <vt:lpstr>🍕 Il Menù Italiano</vt:lpstr>
      <vt:lpstr>🧑‍🍳 Parlare con il Cameriere</vt:lpstr>
      <vt:lpstr>🎭 Roleplay Final</vt:lpstr>
      <vt:lpstr>🌍 Cultura Italiana</vt:lpstr>
      <vt:lpstr>✈️ Frase Finale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🍝 Al Ristorante</dc:title>
  <dc:subject/>
  <dc:creator/>
  <cp:keywords/>
  <dc:description>generated using python-pptx</dc:description>
  <cp:lastModifiedBy>Francesca Vives Figueroa</cp:lastModifiedBy>
  <cp:revision>3</cp:revision>
  <dcterms:created xsi:type="dcterms:W3CDTF">2013-01-27T09:14:16Z</dcterms:created>
  <dcterms:modified xsi:type="dcterms:W3CDTF">2026-05-07T14:39:07Z</dcterms:modified>
  <cp:category/>
</cp:coreProperties>
</file>